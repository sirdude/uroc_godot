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4894d7e89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4894d7e89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Note first is 2d platformer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is a top down first row =walk 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walk left, etc..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39b39b8d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e39b39b8d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e39b39b8da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e39b39b8d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f54aaf4f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f54aaf4f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aseprite.org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aseprite.org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Ep-_nJNHPc4" TargetMode="External"/><Relationship Id="rId4" Type="http://schemas.openxmlformats.org/officeDocument/2006/relationships/hyperlink" Target="https://www.youtube.com/watch?v=tFsETEP01k8" TargetMode="External"/><Relationship Id="rId9" Type="http://schemas.openxmlformats.org/officeDocument/2006/relationships/hyperlink" Target="https://www.youtube.com/watch?v=FPtJ1fgjQSg" TargetMode="External"/><Relationship Id="rId5" Type="http://schemas.openxmlformats.org/officeDocument/2006/relationships/hyperlink" Target="https://www.youtube.com/watch?v=tFsETEP01k8" TargetMode="External"/><Relationship Id="rId6" Type="http://schemas.openxmlformats.org/officeDocument/2006/relationships/hyperlink" Target="https://www.youtube.com/watch?v=iWvfaiiVuDI" TargetMode="External"/><Relationship Id="rId7" Type="http://schemas.openxmlformats.org/officeDocument/2006/relationships/hyperlink" Target="https://www.youtube.com/watch?v=iWvfaiiVuDI" TargetMode="External"/><Relationship Id="rId8" Type="http://schemas.openxmlformats.org/officeDocument/2006/relationships/hyperlink" Target="https://www.youtube.com/watch?v=XotUn0q__cQ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Animating with aseprite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Aesprite (</a:t>
            </a:r>
            <a:r>
              <a:rPr lang="en" sz="18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https://www.aseprite.org/</a:t>
            </a:r>
            <a:r>
              <a:rPr lang="en" sz="1800"/>
              <a:t>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Walk Cycle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654324" cy="207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1963" y="139338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started with aseprite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Aseprite (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https://www.aseprite.org/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Get your steam key from Kent  (Need to install steam)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animations with aseprite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Tutorials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aseprite fundamentals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more in depth tutorial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Intro animating with aseprite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Animating with </a:t>
            </a:r>
            <a:r>
              <a:rPr lang="en" u="sng">
                <a:solidFill>
                  <a:schemeClr val="hlink"/>
                </a:solidFill>
                <a:hlinkClick r:id="rId7"/>
              </a:rPr>
              <a:t>aseprite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Using aseprite and godot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9"/>
              </a:rPr>
              <a:t>More options for aseprite and godot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