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4894d7e89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4894d7e89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e3a51e55f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e3a51e55f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e3a51e55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e3a51e55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3a51e55f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3a51e55f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beepbox.co/" TargetMode="External"/><Relationship Id="rId4" Type="http://schemas.openxmlformats.org/officeDocument/2006/relationships/hyperlink" Target="https://www.audacityteam.org/" TargetMode="External"/><Relationship Id="rId5" Type="http://schemas.openxmlformats.org/officeDocument/2006/relationships/hyperlink" Target="https://lmms.io/" TargetMode="External"/><Relationship Id="rId6" Type="http://schemas.openxmlformats.org/officeDocument/2006/relationships/hyperlink" Target="https://www.kenney.nl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beepbox.co/" TargetMode="External"/><Relationship Id="rId4" Type="http://schemas.openxmlformats.org/officeDocument/2006/relationships/hyperlink" Target="https://drive.google.com/drive/folders/1IwPo2qDW8L0Gs3noGrHOd4YUh6cKDlAt?usp=drive_link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rive.google.com/drive/folders/14JjPd5obe1qlvp7m875UC_fal8gY4rRs?usp=drive_link" TargetMode="External"/><Relationship Id="rId4" Type="http://schemas.openxmlformats.org/officeDocument/2006/relationships/hyperlink" Target="https://www.youtube.com/watch?v=_1U3tivakKU&amp;list=PLqazFFzUAPc7XJjOcH4iPDoIeFHA_eyKh&amp;index=3" TargetMode="External"/><Relationship Id="rId5" Type="http://schemas.openxmlformats.org/officeDocument/2006/relationships/hyperlink" Target="https://www.youtube.com/watch?v=GHe_Og-yEow" TargetMode="External"/><Relationship Id="rId6" Type="http://schemas.openxmlformats.org/officeDocument/2006/relationships/hyperlink" Target="https://www.youtube.com/watch?v=vlzOb4OLj94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rive.google.com/drive/folders/1RIJ11xCwYA9kqRbGRnx-6-w96RgaNIIK?usp=drive_link" TargetMode="External"/><Relationship Id="rId4" Type="http://schemas.openxmlformats.org/officeDocument/2006/relationships/hyperlink" Target="https://www.youtube.com/watch?v=3qfa9hGJzoY" TargetMode="External"/><Relationship Id="rId11" Type="http://schemas.openxmlformats.org/officeDocument/2006/relationships/hyperlink" Target="https://www.youtube.com/watch?v=0sRvkaxh8EU" TargetMode="External"/><Relationship Id="rId10" Type="http://schemas.openxmlformats.org/officeDocument/2006/relationships/hyperlink" Target="https://www.youtube.com/watch?v=LjYQ0SGoei0" TargetMode="External"/><Relationship Id="rId12" Type="http://schemas.openxmlformats.org/officeDocument/2006/relationships/hyperlink" Target="https://www.youtube.com/watch?v=pTFdm3UFW3w" TargetMode="External"/><Relationship Id="rId9" Type="http://schemas.openxmlformats.org/officeDocument/2006/relationships/hyperlink" Target="https://www.youtube.com/watch?v=XyrCwuU43Qc" TargetMode="External"/><Relationship Id="rId5" Type="http://schemas.openxmlformats.org/officeDocument/2006/relationships/hyperlink" Target="https://www.youtube.com/watch?v=jg8qHSZufko&amp;list=PLqazFFzUAPc4K1To5JTtR3cskcdRifM1M&amp;index=3" TargetMode="External"/><Relationship Id="rId6" Type="http://schemas.openxmlformats.org/officeDocument/2006/relationships/hyperlink" Target="https://www.youtube.com/watch?v=YzYA1i9SZ8A&amp;list=PLqazFFzUAPc4K1To5JTtR3cskcdRifM1M&amp;index=4" TargetMode="External"/><Relationship Id="rId7" Type="http://schemas.openxmlformats.org/officeDocument/2006/relationships/hyperlink" Target="https://www.youtube.com/watch?v=b8LEZ7fjG4I&amp;list=PLqazFFzUAPc4K1To5JTtR3cskcdRifM1M&amp;index=5" TargetMode="External"/><Relationship Id="rId8" Type="http://schemas.openxmlformats.org/officeDocument/2006/relationships/hyperlink" Target="https://www.youtube.com/watch?v=cy7Y4PuXns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Sounds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Sound/Music Tools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BeepBox(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https://www.beepbox.co/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Audacity (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https://www.audacityteam.org/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Lmms (</a:t>
            </a:r>
            <a:r>
              <a:rPr lang="en" u="sng">
                <a:solidFill>
                  <a:schemeClr val="hlink"/>
                </a:solidFill>
                <a:hlinkClick r:id="rId5"/>
              </a:rPr>
              <a:t>https://lmms.io/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Kenny (</a:t>
            </a:r>
            <a:r>
              <a:rPr lang="en" u="sng">
                <a:solidFill>
                  <a:schemeClr val="hlink"/>
                </a:solidFill>
                <a:hlinkClick r:id="rId6"/>
              </a:rPr>
              <a:t>https://www.kenney.nl/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BeepBox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BeepBox(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https://www.beepbox.co/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Play with it create a song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(Less is more)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Export a wav for use later.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Save it as yourname-title.wav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Upload it to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shared drive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to Audacity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Record yourself screaming (Don’t </a:t>
            </a:r>
            <a:r>
              <a:rPr lang="en"/>
              <a:t>scream</a:t>
            </a:r>
            <a:r>
              <a:rPr lang="en"/>
              <a:t> too loud)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Clip the recording so that it only includes the scream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Save as an audacity project.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Export as an mp3 or ogg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Save it as username-title.mp3  (or ogg)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Upload it to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shared drive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Try to clean up the audio with some of the effects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Trim the ends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Inhance it so the waveform is “fat”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Load up your song from beepbox and try some effects.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Tutorials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Basic audio editing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5"/>
              </a:rPr>
              <a:t>Audacity Essentials</a:t>
            </a:r>
            <a:endParaRPr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6"/>
              </a:rPr>
              <a:t>Audacity for Beginners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LMMS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Remove Automation track and </a:t>
            </a:r>
            <a:r>
              <a:rPr lang="en"/>
              <a:t>triple oscillator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Select the beat/bassline: Add Samples: kicker, shaker, bass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 Beat/bassline editor to come up with a simple tune.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Back in the Song editor click on some spaces to activate beat/bassline track 10 slots or so.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Save your project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Pull a piano/synth into the song editor.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Save again and export your song as well and upload to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shared drive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Open up the piano role by double clicking 4 spaces out on the piano line.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Click on the sample track and the 8th space in the player and import your scream.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Check out the demos provided by the software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Tutorials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4"/>
              </a:rPr>
              <a:t>lmms tutorial for beginners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5"/>
              </a:rPr>
              <a:t>Instruments and side bar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6"/>
              </a:rPr>
              <a:t>Beat and Bassline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7"/>
              </a:rPr>
              <a:t>Piano Roll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accent5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More beats/Drums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9"/>
              </a:rPr>
              <a:t>I tried making a beat in LMMS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10"/>
              </a:rPr>
              <a:t>Sampling Songs with LMMS and audacity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11"/>
              </a:rPr>
              <a:t>How to make better melodies in LMMS</a:t>
            </a:r>
            <a:endParaRPr/>
          </a:p>
          <a:p>
            <a:pPr indent="-28416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u="sng">
                <a:solidFill>
                  <a:schemeClr val="hlink"/>
                </a:solidFill>
                <a:hlinkClick r:id="rId12"/>
              </a:rPr>
              <a:t>I made the Cyberpunk 2077 Music in LMMS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