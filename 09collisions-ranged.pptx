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72cf89b7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72cf89b7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9699c30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9699c30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9699c30a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9699c30a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9699c30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9699c30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89699c30a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89699c30a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89699c30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89699c30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9699c30a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9699c30a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83678f0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83678f0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83678f0d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83678f0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83678f0d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83678f0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9699c30a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9699c30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54dab4b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f54dab4b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GR4UWiY9hmo" TargetMode="External"/><Relationship Id="rId4" Type="http://schemas.openxmlformats.org/officeDocument/2006/relationships/hyperlink" Target="https://www.youtube.com/watch?v=9k8cMzv0ZNo" TargetMode="External"/><Relationship Id="rId5" Type="http://schemas.openxmlformats.org/officeDocument/2006/relationships/hyperlink" Target="https://www.youtube.com/watch?v=z9d8BU1o3Zw" TargetMode="External"/><Relationship Id="rId6" Type="http://schemas.openxmlformats.org/officeDocument/2006/relationships/hyperlink" Target="https://www.youtube.com/watch?v=ajCraxGAeYU" TargetMode="External"/><Relationship Id="rId7" Type="http://schemas.openxmlformats.org/officeDocument/2006/relationships/hyperlink" Target="https://www.youtube.com/watch?v=oOIDR1KlDG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Ranged Combat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Ranged Combat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setup we will need the following: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bullet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enemy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Setting up a main scene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Bringing </a:t>
            </a:r>
            <a:r>
              <a:rPr lang="en"/>
              <a:t>things</a:t>
            </a:r>
            <a:r>
              <a:rPr lang="en"/>
              <a:t> together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bullet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Scene Area2D rename it bullet and save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Transform-&gt;Scale .1,.1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collision shape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with the following code in the next slide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Link area_entered to the func _on_area_entered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Collision Layer =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Mask =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bullet.gd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extends Area2D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@export var damage = 10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@export var speed = 400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@export var timeout_time = 4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 direction:Vector2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_ready():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await get_tree().create_timer(timeout_time).timeout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queue_free()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set_direction(bulletDirection):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direction = bulletDirection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rotation_degrees = rad_to_deg(global_position.angle_to_point(global_position+direction))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_physics_process(delta: float) -&gt; void: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global_position += direction * speed * delta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_on_area_entered(area: Node2D) -&gt; void: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area.get_damage(damage)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queue_free()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Gun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Node2D name it Gun and save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Drag in our icon.svg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it in transform to x=.3, y=.1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Maker2D and move it to the end of the gun.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Timer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with the code on the following slide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signal in the Timer to timeout _on_timer_timeout()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gun.gd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extends Node2D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@export var shootSpeed = .6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@onready var marker_2d: Marker2D = $Marker2D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@onready var timer: Timer = $Timer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const BULLET = preload("res://bullet.tscn")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 canShoot = true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 bulletDirection = Vector2(1,0)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_ready() -&gt; void: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timer.wait_time = 1.0 / shootSpeed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shoot() -&gt; void: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if canShoot: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canShoot = false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timer.start()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var bulletNode = BULLET.instantiate()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bulletNode.set_direction(bulletDirection)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get_tree().root.add_child(bulletNode)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bulletNode.global_position = marker_2d.global_position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_on_timer_timeout() -&gt; void: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canShoot = true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setup_direction(direction):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bulletDirection = direction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if direction.x &gt; 0: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scale.x = 1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rotation_degrees = 0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elif direction.x &lt; 0: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scale.x = -1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rotation_degrees = 0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elif direction.y &lt; 0: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scale.x = 1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rotation_degrees = -90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elif direction.y &gt; 0: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scale.x = 1</a:t>
            </a:r>
            <a:endParaRPr/>
          </a:p>
          <a:p>
            <a:pPr indent="-2571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rotation_degrees = 90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Enemy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Node2D rename it enemy and save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 and add our icon.svg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CollisionShape2D rename it HitBox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it a rectangle and scale it to match the sprite2d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ProgressBar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 it above 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it so it looks good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with the following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enemy.gd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extends Area2D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@export var MAX_HEALTH = 100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 health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_ready() -&gt; void: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health = MAX_HEALTH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$ProgressBar.value = health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get_damage(damage: int):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health -= damage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if health &lt;0: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queue_free()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else: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$ProgressBar.value = health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player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scene CharacterBody2D rename player and save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sprite2D and drag our icon image and resize.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collisionshape2d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Type Square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Resize it to match our sprite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script player.gd with the following code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player.gd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extends CharacterBody2D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@onready var gun: Node2D = $Gun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const SPEED = 300.0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 _physics_process(_delta: float) -&gt; void: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var direction := Input.get_vector("ui_left", "ui_right", "ui_up", "ui_down")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if direction != Vector2.ZERO: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gun.setup_direction(direction)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	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if Input.is_action_pressed("attack"):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	gun.shoot()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velocity = direction * SPEED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	move_and_slide()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an attack action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Project Settings-&gt;Input Map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New Action named attack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key to it (spacebar)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main scene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Node2D and rename it world and save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in our 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Collision Layer =3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Mask = 1,2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in our Enemy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Collision Layer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Mask=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Visibility-&gt;Modulate set to 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in our Gun and put it as a child of player.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 project settings-&gt;Layer Names -&gt; 2D Physics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the names to each layer: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1=Ground, 2=Items, 3=Player, 4=Enemy, 5=player bullets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the scene.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Collision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Layers and masks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Adding Collisions to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Interacting with Objects in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how to build a gun with a bullet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