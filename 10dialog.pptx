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83c4f517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83c4f517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83c4f517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83c4f517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83c4f517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83c4f517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83c4f51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83c4f51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83c4f517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183c4f517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83c4f517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183c4f517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83c4f517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183c4f517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83c4f517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183c4f517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83c4f517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183c4f517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83c4f517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183c4f517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83c4f517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83c4f517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83c4f517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83c4f517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47c57fc1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e47c57fc1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dialogic-godot/dialogic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youtube.com/watch?v=jIk-OG5hG3k" TargetMode="External"/><Relationship Id="rId4" Type="http://schemas.openxmlformats.org/officeDocument/2006/relationships/hyperlink" Target="https://www.youtube.com/watch?v=hRwScCpJqkI" TargetMode="External"/><Relationship Id="rId5" Type="http://schemas.openxmlformats.org/officeDocument/2006/relationships/hyperlink" Target="https://www.youtube.com/watch?v=w0abIGbJnt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Dialogic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Plugins and textboxes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organization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going to be a number of files for this project so it’s time to create some </a:t>
            </a:r>
            <a:r>
              <a:rPr lang="en"/>
              <a:t>directories</a:t>
            </a:r>
            <a:r>
              <a:rPr lang="en"/>
              <a:t> to organize files.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folder named Game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 Game create 3 folders named: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Levels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 Game/Chars create a folder named Emily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Installing the dialogic 2 plugin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Download the zip from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https://github.com/dialogic-godot/dialogic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Drag the addons directory to your godot project folder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don’t need it but you can also grab the Tests directory and drag that in if you want.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 Project-ProjectSettings-&gt;Plugins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Enable Dialogic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an interact action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 Project-&gt;Project Settings-&gt;Input Map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new action named interact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a Keyboard code 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Menu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a new User Interface Node(Control) rename it main and save it.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a VBoxContainer center it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two buttons one Start and one quit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Rename them(StartButton, QuitButton) and set the text(start, quit)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a script and save it.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Link the start button pressed and quit button pressed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Script should look like this: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extends Control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t/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func _on_start_button_pressed() -&gt; void: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	get_tree().change_scene_to_file("res://Game/Levels/level_1.tscn")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t/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func _on_quit_button_pressed() -&gt; void: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	get_tree().quit()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our player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CharacterBody2D rename it player and save it in Game/Player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Sprite2D and drag in our icon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CollisionShape2D and set it to square and size it to our image.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script player.gd with the following contents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extends CharacterBody2D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const SPEED = 300.0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 _physics_process(_delta: float) -&gt; void: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	var direction := Input.get_vector("ui_left", "ui_right", "ui_up", "ui_down")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	velocity = direction * SPEED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	move_and_slide()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Emily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new CharacterBody2D rename it Emily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save it under Game/Chars/Emily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Sprite2D and drag in our icon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An Area2D and rename it InteractArea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a CollisionSpape2D as a child of InteractArea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Give it a circle shape and make it a big bigger than our sprite.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Label and rename it Hint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 the text to [e]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Move it up above emily’s sprite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 it to hidden by clicking the eye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script with the following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 body_entered and body_exited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emily.gd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extends CharacterBody2D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 _input(event: InputEvent) -&gt; void: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	if get_node_or_null('DialogNode') == null: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		if event.is_action_pressed("interact") and $Hint.visible: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			Dialogic.start('emily')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 _on_interact_area_body_entered(body: Node2D) -&gt; void: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	$Hint.visible = true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 _on_interact_area_body_exited(body: Node2D) -&gt; void: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	$Hint.visible = false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Emily in Dialogic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the Dialogic box at the top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new Character (head with a plus)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Name it Emily and save it in Chars/Emily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 the following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Display Name = Emily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Nicknames = Em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Description = A cute young lady.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the intro timeline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the top click on new timeline (lines like a script with a plus)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Name it Intro and save it under Game/Levels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Text item with the following: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[aa=2]A Long Time Ago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far off world…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was a player looking for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text item with the following: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[aa=2]LOVE!!!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Wait and set it to 1 second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an end timeline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the Emily timeline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the top click on new timeline (lines like a script with a plus)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Name it Emily and save it under Game/Chars/Emily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new Text item with the following: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Hello!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Today is a nice day isn’t it?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an End Timeline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1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New 2dNode named level_1 save it Under Game/Levels/level_1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Drag in our Emily scene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Drag in our Player scene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script with the following code: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extends Node2D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 _ready() -&gt; void: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	Dialogic.Inputs.auto_advance.enabled_until_user_input = true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	Dialogic.start("intro")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	Dialogic.Inputs.auto_advance.enabled_until_user_input = false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 the scene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to Notice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two ways of starting our timelines.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first is in the _ready function for level 1 where we call Intro.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second is in the emily script under _input where we look for the interact action.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in the emily script how we hide/unhide the hint is new.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make the emily script more complicated try to do the following: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emily ask you if you are having a good day.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a Choice with Two responses Yes or 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Yes say thats wonderful!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No say I’m sorry.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Tutorials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Instant Better UI with Godot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How to use Themes and Styles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Everything you need to know about UI in godot 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