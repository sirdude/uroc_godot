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edec8c7d1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edec8c7d1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edec8c7d1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edec8c7d1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dec8c7d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dec8c7d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39b39b8d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39b39b8d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edec8c7d1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edec8c7d1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fb00c4ef8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fb00c4ef8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f54bdcec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f54bdcec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raou.itch.io/small-adventur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raou.itch.io/small-adventure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youtube.com/watch?v=G6TC6ukmSc4" TargetMode="External"/><Relationship Id="rId4" Type="http://schemas.openxmlformats.org/officeDocument/2006/relationships/hyperlink" Target="https://www.youtube.com/watch?v=uXZuitdUPP8" TargetMode="External"/><Relationship Id="rId5" Type="http://schemas.openxmlformats.org/officeDocument/2006/relationships/hyperlink" Target="https://www.youtube.com/watch?v=tQSL2scuqeU" TargetMode="External"/><Relationship Id="rId6" Type="http://schemas.openxmlformats.org/officeDocument/2006/relationships/hyperlink" Target="https://www.youtube.com/watch?v=PuCDAANCBVc" TargetMode="External"/><Relationship Id="rId7" Type="http://schemas.openxmlformats.org/officeDocument/2006/relationships/hyperlink" Target="https://www.youtube.com/watch?v=RDT5hfYWCrQ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Tilemaps and movement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Setup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a new project named tilemap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Drag the character you created in pixelrama into the filesystem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Download assets from: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https://raou.itch.io/small-adventure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Drag topDown_baseTiles.png into the filesystem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Setup Player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new Scene of type CharacterBody2D rename player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sprite2D rename image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Load the image you created with pixelrama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CollisonShape2D rename collision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Play with shapes and try to match your image with a circle/</a:t>
            </a:r>
            <a:r>
              <a:rPr lang="en"/>
              <a:t>capsule</a:t>
            </a:r>
            <a:r>
              <a:rPr lang="en"/>
              <a:t> or box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Save this scene as player.tscn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Attach a script to player named player.gd Use the Basic Movement template.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Try playing the scene and see the player fall.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 into project settings-&gt;physics/2d/default_gravity and set it to 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Replay the scene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up and down movement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Play your scene you’ll notice the character falls.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Remove the following code: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	# Add the gravity.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	if not is_on_floor():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		velocity += get_gravity() * delta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Replay the scene after saving it now you only move left and right.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Delete the entire process_physics function and replace it with this: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func _physics_process(delta: float) -&gt; void: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	var direction := Input.get_vector("ui_left", "ui_right", "ui_up", "ui_down")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	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	velocity = direction * SPEED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	move_and_slide()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Play the scene again after saving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Setup World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a new scene node2d rename world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Download assets from: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https://raou.itch.io/small-adventure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TileMapLayer and rename it: ground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Click on tileset and select new tileset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Click on your new tileset and verify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Tilesize should be 16 x 16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 the bottom bar select TileSet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Drag topDown_baseTiles.png to the TileSet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 Create tiles automatically.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Fix a tree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Delete the tiles by right clicking and selecting delete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Hold shift and select top left and drag to bottom right of tree to create a larger tile.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Clean up some additional items.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Bringing our player to the world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Click on tilemap on the bottom bar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Make sure you are in the world scene and 2D is selected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Start drawing with the pencil tool.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Try drawing a square and using bucket fill with a tile and the other tools.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Save all scenes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Drag the player.tscn from the filesystem into your world scene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Try playing the scene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Add a fixed tree notice it looks strange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Replace it with the ground you had before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Add a new TileMapLayer and rename it items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Save your tileset in ground to world.tres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load world.tres in the new TileMapLayer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Select items and then add your tree again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additional layers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new TileMapLayer and rename it items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Save your tileset in ground to world.tres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load world.tres in the new TileMapLayer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 items and then add your tree again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will want to use multiple layers not only to place things on top of each other but also to separate out how you interact with them.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will become more obvious once you know how collisions work.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Tutorials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Tilemap basics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auto tile with tilemaps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Cool summary with useful extras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Tilemap layers (4.3)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Player Movement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