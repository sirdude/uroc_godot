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eecccab6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eecccab6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47c57fc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47c57fc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47c57fc1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47c57fc1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ae81f38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ae81f38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7fb322d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7fb322d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e47c57fc1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e47c57fc1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drive/u/1/folders/1jToAYxFA9JLLS_BZhpCScSEtAQvEhT2R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jIk-OG5hG3k" TargetMode="External"/><Relationship Id="rId4" Type="http://schemas.openxmlformats.org/officeDocument/2006/relationships/hyperlink" Target="https://www.youtube.com/watch?v=hRwScCpJqkI" TargetMode="External"/><Relationship Id="rId5" Type="http://schemas.openxmlformats.org/officeDocument/2006/relationships/hyperlink" Target="https://www.youtube.com/watch?v=w0abIGbJnt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things look good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old stuff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settings(Default scene, Keyboard/Joystick Input, Display settings)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Filesystem (Scenes,Images, Music, scripts)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Scene Tree (View nodes in a scene)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Inspector (View/change node settings)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nodes: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2DNode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ColorRect, TextRect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Sprite2D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AudioPlayer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Hboxcontainer, Vboxcontainer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Label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Connecting signals to an action(Button press, mouse enter)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Attempt to recreate this with the provided files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Hboxcontainer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Vboxcontainer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Button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Texturerect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PanelContainer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MarginContainer</a:t>
            </a:r>
            <a:endParaRPr/>
          </a:p>
        </p:txBody>
      </p:sp>
      <p:pic>
        <p:nvPicPr>
          <p:cNvPr id="68" name="Google Shape;68;p15" title="gear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7975" y="1288500"/>
            <a:ext cx="5417325" cy="35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reusable Scene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New Scene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Root is hboxcontainer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Rename it to AmountButtons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Import our </a:t>
            </a:r>
            <a:r>
              <a:rPr lang="en" u="sng">
                <a:solidFill>
                  <a:schemeClr val="hlink"/>
                </a:solidFill>
                <a:hlinkClick r:id="rId3"/>
              </a:rPr>
              <a:t>files from shared drive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two TextureButtons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Rename upbutton and downbutton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Load up and down Images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panelContainer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child ColorRect (White)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child Label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Set text to 1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Set horizontal alignment to center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Move Panel to middle of buttons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Set MinX 40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Save your Scene (Amount.tscn)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200025"/>
            <a:ext cx="2476600" cy="93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Scenes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 new Scene type PanelContainer named Item and save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Under Theme Overrides add a new flat style box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Set </a:t>
            </a:r>
            <a:r>
              <a:rPr lang="en"/>
              <a:t>border</a:t>
            </a:r>
            <a:r>
              <a:rPr lang="en"/>
              <a:t> widths to 4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Set Corner radius to 10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Pick a color for background and </a:t>
            </a:r>
            <a:r>
              <a:rPr lang="en"/>
              <a:t>borders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Margin Container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Under theme overrides/Constants Set the margins to 5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Vbox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Add an hbox</a:t>
            </a:r>
            <a:endParaRPr/>
          </a:p>
          <a:p>
            <a:pPr indent="-297497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textrect Rename it ItemImage</a:t>
            </a:r>
            <a:endParaRPr/>
          </a:p>
          <a:p>
            <a:pPr indent="-297497" lvl="4" marL="22860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Drag in the Fatboi.png</a:t>
            </a:r>
            <a:endParaRPr/>
          </a:p>
          <a:p>
            <a:pPr indent="-297497" lvl="4" marL="22860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Set it to keep aspect ratio</a:t>
            </a:r>
            <a:endParaRPr/>
          </a:p>
          <a:p>
            <a:pPr indent="-297497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vbox</a:t>
            </a:r>
            <a:endParaRPr/>
          </a:p>
          <a:p>
            <a:pPr indent="-297497" lvl="4" marL="22860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Label named Name and set name to FatBoi</a:t>
            </a:r>
            <a:endParaRPr/>
          </a:p>
          <a:p>
            <a:pPr indent="-297497" lvl="4" marL="22860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Label named type set type to weapon</a:t>
            </a:r>
            <a:endParaRPr/>
          </a:p>
          <a:p>
            <a:pPr indent="-297497" lvl="4" marL="22860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an hbox rename it to costbox</a:t>
            </a:r>
            <a:endParaRPr/>
          </a:p>
          <a:p>
            <a:pPr indent="-297497" lvl="4" marL="22860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Label renamed to cost and set it to 100</a:t>
            </a:r>
            <a:endParaRPr/>
          </a:p>
          <a:p>
            <a:pPr indent="-297497" lvl="4" marL="22860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textrect rename it to coinIcon</a:t>
            </a:r>
            <a:endParaRPr/>
          </a:p>
          <a:p>
            <a:pPr indent="-297497" lvl="5" marL="27432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Set the coin.png to the texture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Add a copy of our AmountButtons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413" y="533575"/>
            <a:ext cx="212407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Scenes of Scenes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Scene named ‘Main’ and save it (User Interface)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Grid container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Columns to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Drag in your Item scene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Duplicate it 7 times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275" y="2347300"/>
            <a:ext cx="5451575" cy="24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Instant Better UI with Godot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How to use Themes and Styles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Everything you need to know about UI in godot 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