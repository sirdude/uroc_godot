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I asking for your help, 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to spread “google Love”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The GLOVE!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 Batman POW!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Need a Transition word for the next slide!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Like Batman POW?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Only if we have time.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/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Super Fan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Outside UROC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8"/>
          <p:cNvSpPr txBox="1"/>
          <p:nvPr/>
        </p:nvSpPr>
        <p:spPr>
          <a:xfrm>
            <a:off x="311760" y="1152360"/>
            <a:ext cx="2391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 I’m Kent Mein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I’m Here today at UROC in Minneapolis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Making a quick Video.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I’m a google SUPERFAN!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240" y="349200"/>
            <a:ext cx="6857640" cy="171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3720" y="2506680"/>
            <a:ext cx="2084400" cy="2774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SUPERFAN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920" y="0"/>
            <a:ext cx="9696960" cy="545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Somewhere Inside UROC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311760" y="1152360"/>
            <a:ext cx="43459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I’m asking for your help,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 spread Google LOVE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G-LOVE!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0840" y="72360"/>
            <a:ext cx="386388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G-LOVE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 of the word “G-LOVE”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Up!  (Somewhere else in UROC)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311760" y="1152360"/>
            <a:ext cx="37969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first thing I want to do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Is give khymera a new google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Phone!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1320" y="1170000"/>
            <a:ext cx="2870280" cy="382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3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Another POW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Them?  (Third location in UROC)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4"/>
          <p:cNvSpPr txBox="1"/>
          <p:nvPr/>
        </p:nvSpPr>
        <p:spPr>
          <a:xfrm>
            <a:off x="311760" y="1152360"/>
            <a:ext cx="425988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280" y="1170000"/>
            <a:ext cx="2870280" cy="382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5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Another POW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Ending!   (4th Location in UROC)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6"/>
          <p:cNvSpPr txBox="1"/>
          <p:nvPr/>
        </p:nvSpPr>
        <p:spPr>
          <a:xfrm>
            <a:off x="118440" y="1168560"/>
            <a:ext cx="45295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 could go on and on about ____.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Help me spread the G-LOVE!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 can do great things together!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170000"/>
            <a:ext cx="2870280" cy="382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G-LOVE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Animated G-LOVE!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Khymera Crenshaw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8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Khymera Crenshaw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Really into Drawing and needs a device to work with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She is a googlefan as well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Take notes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Organizing my stuff work my new job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Underprivileged youth in foster care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 Take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9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 of my Son in his “Google Room”.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video was created with help from my Son Zach!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0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Actor/Editor: Kent Mein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Actor: </a:t>
            </a: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Khymera Crenshaw 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Actor: Moha Yusuf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Actor: Cory Foss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Actor/Assistant: Ronald Carlson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Lights/Actor:  Aaron Wilson</a:t>
            </a:r>
            <a:br>
              <a:rPr lang="en-US" sz="1800"/>
            </a:b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Actor/Producer: ilhan jama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Cinematographer: Daniel Stocker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Cinematographer: Brandon Jackson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Director: Teng Yang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lang="en-US" sz="1800"/>
              <a:t>murder mystery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