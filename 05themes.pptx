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eecccab6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eecccab6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47c57fc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47c57fc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eae81f38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eae81f38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47c57fc1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e47c57fc1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jIk-OG5hG3k" TargetMode="External"/><Relationship Id="rId4" Type="http://schemas.openxmlformats.org/officeDocument/2006/relationships/hyperlink" Target="https://www.youtube.com/watch?v=hRwScCpJqkI" TargetMode="External"/><Relationship Id="rId5" Type="http://schemas.openxmlformats.org/officeDocument/2006/relationships/hyperlink" Target="https://www.youtube.com/watch?v=w0abIGbJnt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things look good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old stuff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settings(Default scene, Keyboard/Joystick Input, Display settings)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Filesystem (Scenes,Images, Music, scripts)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Scene Tree (View nodes in a scene)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Inspector (View/change node settings)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nodes: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2DNode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ColorRect, TextRect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Sprite2D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AudioPlayer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Hboxcontainer, Vboxcontainer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Label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Connecting signals to an action(Button press, mouse enter)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Themes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 new user interface scene(control) and duplicate our main menu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 Title(Label)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 vbox</a:t>
            </a:r>
            <a:endParaRPr/>
          </a:p>
          <a:p>
            <a:pPr indent="-28416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Add a New Game button</a:t>
            </a:r>
            <a:endParaRPr/>
          </a:p>
          <a:p>
            <a:pPr indent="-28416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Add an options button</a:t>
            </a:r>
            <a:endParaRPr/>
          </a:p>
          <a:p>
            <a:pPr indent="-28416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Add a quit button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Rename main and all of the other nodes and save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Duplicate the scene using save as: Main_themed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Selec the Main_themed scene.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Under Theme create a new theme and double click it.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This should open up a preview.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Save the theme: base_theme.tres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Mody the theme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 the preview click on button and Manage settings</a:t>
            </a:r>
            <a:endParaRPr/>
          </a:p>
          <a:p>
            <a:pPr indent="-28416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Click on button and load all</a:t>
            </a:r>
            <a:endParaRPr/>
          </a:p>
          <a:p>
            <a:pPr indent="-28416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Click on label and load all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 new flat stylebox to the normal button and click it.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Make set the corner radius to 10 on each corner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 border with of 5 on each side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Change the color of the normal button and the </a:t>
            </a:r>
            <a:r>
              <a:rPr lang="en"/>
              <a:t>border</a:t>
            </a:r>
            <a:r>
              <a:rPr lang="en"/>
              <a:t> color.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a shadow to the button theme.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Under label change the font and load a font file of your choice.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Save your theme in the root </a:t>
            </a:r>
            <a:r>
              <a:rPr lang="en"/>
              <a:t>folder base_theme.tres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9375" y="195975"/>
            <a:ext cx="3636425" cy="212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9525" y="2881225"/>
            <a:ext cx="3882775" cy="226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Themes 2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Look at each scene and play it (unthemed and themed)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save work using themes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up one button the way you want it and just load it for all buttons.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use multiple themes in one project.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also override individual items on a single button.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726" y="2620675"/>
            <a:ext cx="4540475" cy="25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Instant Better UI with Godot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How to use Themes and Styles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Everything you need to know about UI in godot 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