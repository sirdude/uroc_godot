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4894d7e89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4894d7e89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49dbad74f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49dbad74f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4894d7e8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4894d7e8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4a00931a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4a00931a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71375945f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71375945f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71375945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71375945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71375945f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71375945f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71375945f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71375945f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787ca404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787ca404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youtube.com/watch?v=yLKNGtDk2B0" TargetMode="External"/><Relationship Id="rId4" Type="http://schemas.openxmlformats.org/officeDocument/2006/relationships/hyperlink" Target="https://www.youtube.com/watch?v=5M44auXya8s" TargetMode="External"/><Relationship Id="rId5" Type="http://schemas.openxmlformats.org/officeDocument/2006/relationships/hyperlink" Target="https://www.youtube.com/watch?v=Mx3iyz8AUAE" TargetMode="External"/><Relationship Id="rId6" Type="http://schemas.openxmlformats.org/officeDocument/2006/relationships/hyperlink" Target="https://www.youtube.com/watch?v=lGZ4RaC4O2w" TargetMode="External"/><Relationship Id="rId7" Type="http://schemas.openxmlformats.org/officeDocument/2006/relationships/hyperlink" Target="https://www.youtube.com/watch?v=o3YISPdHK9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Game Programing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https://godotengine.org/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the basic building blocks?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Sounds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Buttons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Interface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Health Bar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Animations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Music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Story?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World of Warcraft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037" y="1152475"/>
            <a:ext cx="7889926" cy="40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to know Godot: The interface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Nodes – </a:t>
            </a:r>
            <a:r>
              <a:rPr lang="en"/>
              <a:t>Common</a:t>
            </a:r>
            <a:r>
              <a:rPr lang="en"/>
              <a:t> Types: 2DNode, Control, Button, Label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Scene – Like shots in a movie?, Used to organize a bunch of nodes.  Use it for reusability.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Scene tree – Parent, Child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Filesystem – How is this different than Scene Tree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Inspector – For editing Text on a button and </a:t>
            </a:r>
            <a:r>
              <a:rPr lang="en"/>
              <a:t>other</a:t>
            </a:r>
            <a:r>
              <a:rPr lang="en"/>
              <a:t> items in a node.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Middle </a:t>
            </a:r>
            <a:r>
              <a:rPr lang="en"/>
              <a:t>panel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Signals – Used to connect events to actions.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Scripts – Tied to a node, allow you to program your game and handle signals.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Play buttons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started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new project named “Intro”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scene with type User Interface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Rename it to “MainMenu” and save scene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Talk about the importance of picking good names.  Button33 is not okay.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scene with 2Dnode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Rename it “Game” and save scene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Talk about saving your work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Scene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Label with Text Welcome to the game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Texture Rec and load your background image into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an AudioPlayer and load our sound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Set the sound to loop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Save the scene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MainMenu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label with Text Main Menu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Quit button rename it and move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New Game button rename it and move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script to MainMenu and Signals to your two buttons.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quit quit (google quit button godot)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play change scene to our Game Scene (again google it)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Save the scene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Playing our game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 the default scene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Play the game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Play the game scene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a typo and debug 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Always make sure you have exited playing, save and test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Edit the script and change the quit() to q</a:t>
            </a:r>
            <a:r>
              <a:rPr lang="en"/>
              <a:t>quit</a:t>
            </a:r>
            <a:r>
              <a:rPr lang="en"/>
              <a:t>()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Try playing our game again.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Layout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New Game parent of Quit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Move New Game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Game Menu reorder background and Label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MainMenu make an hbox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Put Title, and buttons in the hbox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Change hbox to vbox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</a:t>
            </a:r>
            <a:r>
              <a:rPr lang="en"/>
              <a:t>anchors</a:t>
            </a:r>
            <a:r>
              <a:rPr lang="en"/>
              <a:t> to place vbox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Tutorials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Godot create a new project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Godot basics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godot making a main menu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Godot 4 essential building blocks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Layout basics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