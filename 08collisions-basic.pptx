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d289376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ed289376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f72cf89b7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f72cf89b7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6cb4805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6cb4805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6cb48055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6cb48055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dfefa90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edfefa90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edfefa90f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edfefa90f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f72cf89b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f72cf89b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f54dab4b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f54dab4b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youtube.com/watch?v=GR4UWiY9hmo" TargetMode="External"/><Relationship Id="rId4" Type="http://schemas.openxmlformats.org/officeDocument/2006/relationships/hyperlink" Target="https://www.youtube.com/watch?v=9k8cMzv0ZNo" TargetMode="External"/><Relationship Id="rId5" Type="http://schemas.openxmlformats.org/officeDocument/2006/relationships/hyperlink" Target="https://www.youtube.com/watch?v=z9d8BU1o3Zw" TargetMode="External"/><Relationship Id="rId6" Type="http://schemas.openxmlformats.org/officeDocument/2006/relationships/hyperlink" Target="https://www.youtube.com/watch?v=ajCraxGAeYU" TargetMode="External"/><Relationship Id="rId7" Type="http://schemas.openxmlformats.org/officeDocument/2006/relationships/hyperlink" Target="https://www.youtube.com/watch?v=oOIDR1KlDG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Collisions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Interacting with objects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 the player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a new scene of type CharacterBody2D rename it player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a Sprite2D Drag in the godot icon, set scale to .5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a CollisionShape2D set it to Rectangle and resize it to fit the sprite.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a label rename it score_label and set the text to “Score: 0”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Move it up above our Character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a script with the following code: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extends CharacterBody2D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t/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const SPEED = 300.0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t/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@onready var score = 0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t/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func _physics_process(delta: float) -&gt; void: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	var direction := Input.get_vector("ui_left", "ui_right", "ui_up", "ui_down")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	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	velocity = direction * SPEED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	move_and_slide()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	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func add_score(value: int):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	score += value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	$score_label.text = "Score: " + str(score)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Save the scene as player.tscn and the script as player.gd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 the world/player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new scene of type 2DScene rename it ground_world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TileMapLayer and name it ground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Click on tileset and select new tileset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Click on your new tileset and verify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Tilesize should be 16 x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the bottom bar select TileSet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Drag topDown_baseTiles.png(From the tilemap tutorial) to the TileSet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Create tiles automatically.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Paint the basic ground. Use some water and some cliffs to make it interesting.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 up your tiles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the Trees delete the tiles by right clicking on them.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hold down shift and select a whole tree and right click.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this for all of the trees/bushes and the building roofs.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Paint a basic map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Click on tilemap on the bottom bar.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Click on 2D in the top middle window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tiles from y7our tilemap and paint them on your map.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Colliding with the ground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your player to world drag player.tscn to world.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 your scene and notice you do not interact with the ground yet.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Ground </a:t>
            </a:r>
            <a:r>
              <a:rPr lang="en"/>
              <a:t>and</a:t>
            </a:r>
            <a:r>
              <a:rPr lang="en"/>
              <a:t> select the tileset-&gt;Physics Layers and add an element.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Collision Layer Set to 1 we do not need Collision Mask right now.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 the tileset window on the bottom and select paint.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Select Physics Layer 0 as the Paint properties.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your water tiles and paint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should default to cover the whole tile you can adjust it in the paint menu for now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whole tile should be fine.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do the same for buildings and ledges.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it again and notice you can no longer walk in the water.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pickup item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new scene of type Area2D and rename it as item and save it as item.tscn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Sprite2D and drag our icon into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CollisionShape2D and give it a circle shape make it slightly larger than the icon.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 visibility change the modulate color so we know what the item 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item and add a script item.gd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 body_entered (under Node) and add the following code to that function on_body_entered(body):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print("Bingo")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body.add_score(10)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queue_free()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Interacting with our Item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our world scene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Drag our Item to the scene.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Setting up Item layers and masks.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 Layer = 2 and Mask = 3 for our Item.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Setting up player layers and masks.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Under project settings-&gt;Layer Names -&gt; 2D Physics set the names to each layer: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1=Ground, 2=Items, 3=Player, 4=Enemy, 5=player bullets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our player </a:t>
            </a:r>
            <a:r>
              <a:rPr lang="en"/>
              <a:t>Set Layer = 3 and Mask = 1,2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Remember Layer is what layer we live on, mask is where we look for collisions.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case we are using layer 1 for ground tiles, layer 2 for items, layer 3 for player, layer 4 for enemy and layer 5 will be for player bullets.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items are looking at the player 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the player is looking at the ground and item layers.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 the scene again and pickup our item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Tutorials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Collision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Layers and masks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Adding Collisions to godot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Interacting with Objects in Godot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how to build a gun with a bullet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