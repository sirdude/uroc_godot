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894d7e8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894d7e8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39b39b8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39b39b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a0272f5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a0272f5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ae4eb38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ae4eb3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rama-interactive.itch.io/pixelorama" TargetMode="External"/><Relationship Id="rId4" Type="http://schemas.openxmlformats.org/officeDocument/2006/relationships/hyperlink" Target="https://www.gimp.org/" TargetMode="External"/><Relationship Id="rId5" Type="http://schemas.openxmlformats.org/officeDocument/2006/relationships/hyperlink" Target="https://krita.org/" TargetMode="External"/><Relationship Id="rId6" Type="http://schemas.openxmlformats.org/officeDocument/2006/relationships/hyperlink" Target="https://www.blender.org/" TargetMode="External"/><Relationship Id="rId7" Type="http://schemas.openxmlformats.org/officeDocument/2006/relationships/hyperlink" Target="https://www.kenney.n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drive/folders/1uLK2DwaiPXC4ZobzM4dAh-d8rEyfHlF0?usp=drive_li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wGml84XkYgUoO_llKMw4ZIF133NPQ-I_?usp=drive_link" TargetMode="External"/><Relationship Id="rId4" Type="http://schemas.openxmlformats.org/officeDocument/2006/relationships/hyperlink" Target="https://www.youtube.com/watch?v=F4vf2pIC0q0&amp;list=PLqazFFzUAPc4vITMJaF3Fnqh3pccSMnC4&amp;index=3" TargetMode="External"/><Relationship Id="rId5" Type="http://schemas.openxmlformats.org/officeDocument/2006/relationships/hyperlink" Target="https://www.youtube.com/watch?v=P9NbpqW8m6Y" TargetMode="External"/><Relationship Id="rId6" Type="http://schemas.openxmlformats.org/officeDocument/2006/relationships/hyperlink" Target="https://www.youtube.com/watch?v=bxrDIAtvQf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enney.nl/" TargetMode="External"/><Relationship Id="rId4" Type="http://schemas.openxmlformats.org/officeDocument/2006/relationships/hyperlink" Target="https://fonts.google.com/" TargetMode="External"/><Relationship Id="rId5" Type="http://schemas.openxmlformats.org/officeDocument/2006/relationships/hyperlink" Target="https://itch.io/game-assets/free/tag-god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 with Graphics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1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Pixelorama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https://orama-interactive.itch.io/pixelorama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Gimp (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https://www.gimp.org/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Krita (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https://krita.org/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Blender (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https://www.blender.org/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Kenny (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https://www.kenney.nl/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character in pixelorama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up pixelorama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image 32x32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the various tools create a little character.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you use at least a couple of colors.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color in the 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as a png and save it with yourname-charname.png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it to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shared drive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background with the Gimp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new image 1920x1080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new layer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title: “My Cool Game” or something similar.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Load the </a:t>
            </a:r>
            <a:r>
              <a:rPr lang="en"/>
              <a:t>character</a:t>
            </a:r>
            <a:r>
              <a:rPr lang="en"/>
              <a:t> you created with pixelrama and place it on a new layer.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Draw some shapes with different colors again on another layer.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as a .xcf and export it as a png.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 are going to use the png later but we are keeping the xcf so we can make changes if needed and keep our layers.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Resize the image as an 800x600.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the name as yourname-bg.png and upload to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shared drive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Tutorials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Getting Started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 to Layers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Gimp Tips and Tricks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Downloading</a:t>
            </a:r>
            <a:r>
              <a:rPr lang="en"/>
              <a:t> assets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kinds of sites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pay attention to licensing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Cool resources: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Kenny 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https://www.kenney.nl/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https://fonts.google.com/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https://itch.io/game-assets/free/tag-godot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