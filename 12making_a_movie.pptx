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b298ad46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b298ad46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0c57843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0c57843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d1a8b90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d1a8b90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0c57843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0c57843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ad52e2b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ad52e2b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b298ad46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b298ad46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b298ad46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b298ad46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11 people who is going to do what?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b298ad46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b298ad46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u/1/d/1wjQlWSO3RXsvfXn8hgBbE0gprern5_uECP2KhVkPrQY/edit" TargetMode="External"/><Relationship Id="rId4" Type="http://schemas.openxmlformats.org/officeDocument/2006/relationships/hyperlink" Target="https://drive.google.com/file/d/1cr4FYSJbexgFlevVRvGH52Ww9kGaPq68/view?usp=drive_lin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presentation/d/1ENFHotxLbuIIHbljhBcDI4EVMck72og3W1yXjbHCbhA/edit#slide=id.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openshot.org/" TargetMode="External"/><Relationship Id="rId4" Type="http://schemas.openxmlformats.org/officeDocument/2006/relationships/hyperlink" Target="https://www.youtube.com/watch?v=fzIKaEwLx0M" TargetMode="External"/><Relationship Id="rId11" Type="http://schemas.openxmlformats.org/officeDocument/2006/relationships/hyperlink" Target="https://www.youtube.com/watch?v=J-K7rO7Iz48" TargetMode="External"/><Relationship Id="rId10" Type="http://schemas.openxmlformats.org/officeDocument/2006/relationships/hyperlink" Target="https://www.youtube.com/watch?v=0Dax0Kn5eK0" TargetMode="External"/><Relationship Id="rId9" Type="http://schemas.openxmlformats.org/officeDocument/2006/relationships/hyperlink" Target="https://www.youtube.com/watch?v=fSJfSSRpCiw" TargetMode="External"/><Relationship Id="rId5" Type="http://schemas.openxmlformats.org/officeDocument/2006/relationships/hyperlink" Target="https://drive.google.com/drive/u/1/folders/1ZalGjhCogxU81spOQxtecxcPjnZLYks1" TargetMode="External"/><Relationship Id="rId6" Type="http://schemas.openxmlformats.org/officeDocument/2006/relationships/hyperlink" Target="https://www.youtube.com/watch?v=s61sm9wt6KU" TargetMode="External"/><Relationship Id="rId7" Type="http://schemas.openxmlformats.org/officeDocument/2006/relationships/hyperlink" Target="https://www.youtube.com/watch?v=pkI_-IYtTqs" TargetMode="External"/><Relationship Id="rId8" Type="http://schemas.openxmlformats.org/officeDocument/2006/relationships/hyperlink" Target="https://www.youtube.com/watch?v=_24UQ3ZmBg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Movie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Northside Summer Internship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Brainstorm ideas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a storyboard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 Roles (Actor, Camera Person, etc…)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Film Raw footage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movie (Openshot)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Storyboard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about the tool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do not have to be an artist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Storyboard for last year: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SuperFan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 Film: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SuperFan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a good story?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are some of your favorite movies/TV Shows?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Is there a formula to them?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Must identify with Characters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See why they act the way they do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It must make sense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You should feel something about them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Not be </a:t>
            </a:r>
            <a:r>
              <a:rPr lang="en"/>
              <a:t>predictable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Red Herring’s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MacGuffin - (Plot device, desired object that doesn’t really matter: Holy Grail)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Unforscene </a:t>
            </a:r>
            <a:r>
              <a:rPr lang="en"/>
              <a:t>obstacles/struggles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Open up imagination Star Wars a new hope is an example: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Always new ships/lifeforms  (World is bigger than what is shown)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Darth Vader - only showed up for 12 minutes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Boba Fett(Not in a new hope but still) - Is he a human or a robot?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Not knowing everything makes your mind fill in the blanks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Highs and lows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Must have an ending, but also the world must go on!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Theme/Idea for Movie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Keep it under 10 minutes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Needs to have the following: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Title Screen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Multiple Scenes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Transitions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End Credit</a:t>
            </a:r>
            <a:r>
              <a:rPr lang="en"/>
              <a:t>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Anything else?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our Idea?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 teach kung fu to someone(s), all I say is ”You Do!”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Most of it is just showing students in pain and getting their reactions.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Maybe at the end ask each person’s name and when it comes to me I say “You Do!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t/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Muder mystery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Rick and Morty - What makes a good story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Joseph </a:t>
            </a:r>
            <a:r>
              <a:rPr lang="en"/>
              <a:t>Campbell's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Hero’s Journey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1949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975" y="1017737"/>
            <a:ext cx="4472051" cy="375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Putting it in google drive so we all can work on it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google slides to keep it 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Untitled Story 2024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Slides in the storyboard?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for each scene/concept minimum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Enough details to convey your ideas and record things you want to keep track of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Lets you work on flow/timing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goes into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Location, Who, What?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action that happens,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dialog,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even have transitions/camera moves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What: who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finished product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https://www.openshot.org/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 to openshot: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https://www.youtube.com/watch?v=fzIKaEwLx0M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Raw footage: </a:t>
            </a:r>
            <a:r>
              <a:rPr lang="en" u="sng">
                <a:solidFill>
                  <a:schemeClr val="hlink"/>
                </a:solidFill>
                <a:hlinkClick r:id="rId5"/>
              </a:rPr>
              <a:t>Google Drive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Title Screen    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https://www.youtube.com/watch?v=s61sm9wt6KU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Scenes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Transitions     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https://www.youtube.com/watch?v=pkI_-IYtTqs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 Credits    </a:t>
            </a:r>
            <a:r>
              <a:rPr lang="en" u="sng">
                <a:solidFill>
                  <a:schemeClr val="hlink"/>
                </a:solidFill>
                <a:hlinkClick r:id="rId8"/>
              </a:rPr>
              <a:t>https://www.youtube.com/watch?v=_24UQ3ZmBg8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 tutorials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9"/>
              </a:rPr>
              <a:t>Keyframes in OpenShot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10"/>
              </a:rPr>
              <a:t>Mastering OpenShot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11"/>
              </a:rPr>
              <a:t>Cool Effects in OpenShot</a:t>
            </a:r>
            <a:r>
              <a:rPr lang="en"/>
              <a:t> (Non english but easy to follow)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