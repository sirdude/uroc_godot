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2eecccab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2eecccab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47c57fc1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47c57fc1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ae81f38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ae81f38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47c57fc1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47c57fc1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787aeef3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787aeef3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787aeef3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787aeef3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pzXJTVdxLdo" TargetMode="External"/><Relationship Id="rId4" Type="http://schemas.openxmlformats.org/officeDocument/2006/relationships/hyperlink" Target="https://www.youtube.com/watch?v=1qS97XZQock" TargetMode="External"/><Relationship Id="rId5" Type="http://schemas.openxmlformats.org/officeDocument/2006/relationships/hyperlink" Target="https://www.youtube.com/watch?v=_QgibOnAte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Clicker Game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Stuff we need to know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Types of nodes: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Interface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VBoxContainer, HBoxContainer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AudioPlayer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Label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Connecting signals to an action(Button press, mouse enter)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Variables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Function calls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Altering label 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Playing audio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interface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User Interface rename Main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a Label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Rename Title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Set the text to whatever you want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a </a:t>
            </a:r>
            <a:r>
              <a:rPr lang="en"/>
              <a:t>label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Rename amount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Set text to 100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Add a button rename clickmebutton and set text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Add a button rename resetbutton and set text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Add a button rename quitbutton and set 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 some hbox/vbox’s to make things look good.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Connect the buttons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our Scene as 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Attach a script to 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clickme and connect to button pressed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reset and connect to button pressed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quit and connect to button pressed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a score variable: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onr</a:t>
            </a:r>
            <a:r>
              <a:rPr lang="en"/>
              <a:t>eady</a:t>
            </a:r>
            <a:r>
              <a:rPr lang="en"/>
              <a:t> var score: int = 100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two functions: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 reset_score():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Score = 0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$Vboxcontainer/Score.set_text(str(score))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Func add_score(x: int):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Score += x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$Vboxcontainer/Score.set_text(str(score))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Clickme calls add_score(50)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Reset calls reset_score()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Quit calls get_tree.quit()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audio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Select our main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an AudioStreamPlayer rename playscream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Drag your scream to the filesystem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Drag your scream to the stream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the following line to your clickme function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$playscream.play()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an AudioStreamPlayer rename playbgmusic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Drag your beepboxsong.wav to the filesystem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Drag your beepboxsong.wav to the stream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Enable auto play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Lower the volume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the following line to your _ready function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$playbgmusic.play()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Adding a score in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Changing the score in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Godot audio stream player tutorial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